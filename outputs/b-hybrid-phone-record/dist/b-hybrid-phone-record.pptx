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B-hybrid note: generated background uses the phone-call-record scene; title, body, logo, and page mark are editable overlays.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b-hybrid-phone-record\assets\generated-backgrounds\phone-record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0624" y="438912"/>
            <a:ext cx="4498848" cy="1572768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0624" y="438912"/>
            <a:ext cx="73152" cy="157276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704088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every phone call into a shared record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76656" y="146304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 keeps call details, follow-up status, and customer context in one place.</a:t>
            </a:r>
            <a:endParaRPr lang="en-US" sz="1020" dirty="0"/>
          </a:p>
        </p:txBody>
      </p:sp>
      <p:pic>
        <p:nvPicPr>
          <p:cNvPr id="7" name="Image 1" descr="C:\Users\bxu\dev\cybozush\cybozu-style-ppt\plugins\cybozu-style-ppt\assets\source-decks\ryo-materials-26-media\ryo-materials-26\images\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329184"/>
            <a:ext cx="987552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42048" y="4681728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B-HYBRID / PHONE RECORD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57200" y="4773168"/>
            <a:ext cx="8138160" cy="0"/>
          </a:xfrm>
          <a:prstGeom prst="line">
            <a:avLst/>
          </a:prstGeom>
          <a:noFill/>
          <a:ln w="13970">
            <a:solidFill>
              <a:srgbClr val="D89B00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cybozu-style-ppt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B-hybrid phone record concept</dc:title>
  <dc:subject>B-hybrid phone call record management concept</dc:subject>
  <dc:creator>cybozu-style-ppt</dc:creator>
  <cp:lastModifiedBy>cybozu-style-ppt</cp:lastModifiedBy>
  <cp:revision>1</cp:revision>
  <dcterms:created xsi:type="dcterms:W3CDTF">2026-06-25T02:23:52Z</dcterms:created>
  <dcterms:modified xsi:type="dcterms:W3CDTF">2026-06-25T02:23:52Z</dcterms:modified>
</cp:coreProperties>
</file>