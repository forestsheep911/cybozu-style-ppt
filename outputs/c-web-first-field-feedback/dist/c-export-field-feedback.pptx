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full-slide screenshot from the Reveal.js field feedback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full-slide screenshot from the Reveal.js field feedback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full-slide screenshot from the Reveal.js field feedback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full-slide screenshot from the Reveal.js field feedback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full\00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full\01_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full\02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full\03_conti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C-export field feedback loop</dc:title>
  <dc:subject>C-export field feedback loop</dc:subject>
  <dc:creator>cybozu-style-ppt</dc:creator>
  <cp:lastModifiedBy>cybozu-style-ppt</cp:lastModifiedBy>
  <cp:revision>1</cp:revision>
  <dcterms:created xsi:type="dcterms:W3CDTF">2026-06-25T04:21:22Z</dcterms:created>
  <dcterms:modified xsi:type="dcterms:W3CDTF">2026-06-25T04:21:22Z</dcterms:modified>
</cp:coreProperties>
</file>