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C-hybrid-export: web-rendered background plus editable PPT title/logo/page overlays.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C-hybrid-export: web-rendered background plus editable PPT title/logo/page overlays.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C-hybrid-export: web-rendered background plus editable PPT title/logo/page overlays.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C-hybrid-export: web-rendered background plus editable PPT title/logo/page overlays.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bozu-style-ppt\outputs\c-web-first-field-feedback\screenshots\backgrounds\00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0624" y="438912"/>
            <a:ext cx="4553712" cy="16824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0624" y="438912"/>
            <a:ext cx="73152" cy="1682496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685800"/>
            <a:ext cx="3986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4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 scattered field feedback into one visible improvement loop.</a:t>
            </a:r>
            <a:endParaRPr lang="en-US" sz="2140" dirty="0"/>
          </a:p>
        </p:txBody>
      </p:sp>
      <p:sp>
        <p:nvSpPr>
          <p:cNvPr id="6" name="Text 3"/>
          <p:cNvSpPr/>
          <p:nvPr/>
        </p:nvSpPr>
        <p:spPr>
          <a:xfrm>
            <a:off x="676656" y="1517904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kintone collects input, approval status, notifications, and actions in one shared work system.</a:t>
            </a:r>
            <a:endParaRPr lang="en-US" sz="920" dirty="0"/>
          </a:p>
        </p:txBody>
      </p:sp>
      <p:pic>
        <p:nvPicPr>
          <p:cNvPr id="7" name="Image 1" descr="C:\Users\bxu\dev\cybozush\cybozu-style-ppt\outputs\c-web-first-field-feedback\web\assets\cybozu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329184"/>
            <a:ext cx="987552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3216" y="468172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C-HYBRID 01</a:t>
            </a:r>
            <a:endParaRPr lang="en-US" sz="650" dirty="0"/>
          </a:p>
        </p:txBody>
      </p:sp>
      <p:sp>
        <p:nvSpPr>
          <p:cNvPr id="9" name="Shape 5"/>
          <p:cNvSpPr/>
          <p:nvPr/>
        </p:nvSpPr>
        <p:spPr>
          <a:xfrm>
            <a:off x="457200" y="4773168"/>
            <a:ext cx="8138160" cy="0"/>
          </a:xfrm>
          <a:prstGeom prst="line">
            <a:avLst/>
          </a:prstGeom>
          <a:noFill/>
          <a:ln w="13970">
            <a:solidFill>
              <a:srgbClr val="D89B00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bozu-style-ppt\outputs\c-web-first-field-feedback\screenshots\backgrounds\01_p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0624" y="438912"/>
            <a:ext cx="4553712" cy="16824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0624" y="438912"/>
            <a:ext cx="73152" cy="1682496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685800"/>
            <a:ext cx="3986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4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Separate updates hide the pattern.</a:t>
            </a:r>
            <a:endParaRPr lang="en-US" sz="2140" dirty="0"/>
          </a:p>
        </p:txBody>
      </p:sp>
      <p:sp>
        <p:nvSpPr>
          <p:cNvPr id="6" name="Text 3"/>
          <p:cNvSpPr/>
          <p:nvPr/>
        </p:nvSpPr>
        <p:spPr>
          <a:xfrm>
            <a:off x="676656" y="1517904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update exists, but the trend is hard to see when work stays split across tools.</a:t>
            </a:r>
            <a:endParaRPr lang="en-US" sz="920" dirty="0"/>
          </a:p>
        </p:txBody>
      </p:sp>
      <p:pic>
        <p:nvPicPr>
          <p:cNvPr id="7" name="Image 1" descr="C:\Users\bxu\dev\cybozush\cybozu-style-ppt\outputs\c-web-first-field-feedback\web\assets\cybozu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329184"/>
            <a:ext cx="987552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3216" y="468172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C-HYBRID 02</a:t>
            </a:r>
            <a:endParaRPr lang="en-US" sz="650" dirty="0"/>
          </a:p>
        </p:txBody>
      </p:sp>
      <p:sp>
        <p:nvSpPr>
          <p:cNvPr id="9" name="Shape 5"/>
          <p:cNvSpPr/>
          <p:nvPr/>
        </p:nvSpPr>
        <p:spPr>
          <a:xfrm>
            <a:off x="457200" y="4773168"/>
            <a:ext cx="8138160" cy="0"/>
          </a:xfrm>
          <a:prstGeom prst="line">
            <a:avLst/>
          </a:prstGeom>
          <a:noFill/>
          <a:ln w="13970">
            <a:solidFill>
              <a:srgbClr val="D89B00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bozu-style-ppt\outputs\c-web-first-field-feedback\screenshots\backgrounds\02_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0624" y="438912"/>
            <a:ext cx="4553712" cy="16824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0624" y="438912"/>
            <a:ext cx="73152" cy="1682496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685800"/>
            <a:ext cx="3986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4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app connects input, approval, notice, and summary.</a:t>
            </a:r>
            <a:endParaRPr lang="en-US" sz="2140" dirty="0"/>
          </a:p>
        </p:txBody>
      </p:sp>
      <p:sp>
        <p:nvSpPr>
          <p:cNvPr id="6" name="Text 3"/>
          <p:cNvSpPr/>
          <p:nvPr/>
        </p:nvSpPr>
        <p:spPr>
          <a:xfrm>
            <a:off x="676656" y="1517904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operating loop stays visible from first report to management review.</a:t>
            </a:r>
            <a:endParaRPr lang="en-US" sz="920" dirty="0"/>
          </a:p>
        </p:txBody>
      </p:sp>
      <p:pic>
        <p:nvPicPr>
          <p:cNvPr id="7" name="Image 1" descr="C:\Users\bxu\dev\cybozush\cybozu-style-ppt\outputs\c-web-first-field-feedback\web\assets\cybozu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329184"/>
            <a:ext cx="987552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3216" y="468172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C-HYBRID 03</a:t>
            </a:r>
            <a:endParaRPr lang="en-US" sz="650" dirty="0"/>
          </a:p>
        </p:txBody>
      </p:sp>
      <p:sp>
        <p:nvSpPr>
          <p:cNvPr id="9" name="Shape 5"/>
          <p:cNvSpPr/>
          <p:nvPr/>
        </p:nvSpPr>
        <p:spPr>
          <a:xfrm>
            <a:off x="457200" y="4773168"/>
            <a:ext cx="8138160" cy="0"/>
          </a:xfrm>
          <a:prstGeom prst="line">
            <a:avLst/>
          </a:prstGeom>
          <a:noFill/>
          <a:ln w="13970">
            <a:solidFill>
              <a:srgbClr val="D89B00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xu\dev\cybozush\cybozu-style-ppt\outputs\c-web-first-field-feedback\screenshots\backgrounds\03_conti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0624" y="438912"/>
            <a:ext cx="4553712" cy="16824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0624" y="438912"/>
            <a:ext cx="73152" cy="1682496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685800"/>
            <a:ext cx="3986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4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small fix leaves a trace.</a:t>
            </a:r>
            <a:endParaRPr lang="en-US" sz="2140" dirty="0"/>
          </a:p>
        </p:txBody>
      </p:sp>
      <p:sp>
        <p:nvSpPr>
          <p:cNvPr id="6" name="Text 3"/>
          <p:cNvSpPr/>
          <p:nvPr/>
        </p:nvSpPr>
        <p:spPr>
          <a:xfrm>
            <a:off x="676656" y="1517904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history makes successful changes easier to review, reuse, and expand.</a:t>
            </a:r>
            <a:endParaRPr lang="en-US" sz="920" dirty="0"/>
          </a:p>
        </p:txBody>
      </p:sp>
      <p:pic>
        <p:nvPicPr>
          <p:cNvPr id="7" name="Image 1" descr="C:\Users\bxu\dev\cybozush\cybozu-style-ppt\outputs\c-web-first-field-feedback\web\assets\cybozu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329184"/>
            <a:ext cx="987552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3216" y="468172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C-HYBRID 04</a:t>
            </a:r>
            <a:endParaRPr lang="en-US" sz="650" dirty="0"/>
          </a:p>
        </p:txBody>
      </p:sp>
      <p:sp>
        <p:nvSpPr>
          <p:cNvPr id="9" name="Shape 5"/>
          <p:cNvSpPr/>
          <p:nvPr/>
        </p:nvSpPr>
        <p:spPr>
          <a:xfrm>
            <a:off x="457200" y="4773168"/>
            <a:ext cx="8138160" cy="0"/>
          </a:xfrm>
          <a:prstGeom prst="line">
            <a:avLst/>
          </a:prstGeom>
          <a:noFill/>
          <a:ln w="13970">
            <a:solidFill>
              <a:srgbClr val="D89B00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cybozu-style-ppt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C-hybrid-export field feedback loop</dc:title>
  <dc:subject>C-hybrid-export field feedback loop</dc:subject>
  <dc:creator>cybozu-style-ppt</dc:creator>
  <cp:lastModifiedBy>cybozu-style-ppt</cp:lastModifiedBy>
  <cp:revision>1</cp:revision>
  <dcterms:created xsi:type="dcterms:W3CDTF">2026-06-25T04:21:22Z</dcterms:created>
  <dcterms:modified xsi:type="dcterms:W3CDTF">2026-06-25T04:21:22Z</dcterms:modified>
</cp:coreProperties>
</file>