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C-component-export: web-rendered call record board inserted as a component PNG inside a mostly native PPT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D"/>
          </a:solidFill>
          <a:ln w="12700">
            <a:solidFill>
              <a:srgbClr val="FBFC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585216"/>
            <a:ext cx="73152" cy="1335024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7665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Web-rendered component inside a native PPT page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5331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board is a PNG component rendered from HTML/CSS; title, logo, and explanatory copy stay native.</a:t>
            </a:r>
            <a:endParaRPr lang="en-US" sz="980" dirty="0"/>
          </a:p>
        </p:txBody>
      </p:sp>
      <p:pic>
        <p:nvPicPr>
          <p:cNvPr id="6" name="Image 0" descr="C:\Users\bxu\dev\cybozush\cybozu-style-ppt\outputs\c-web-first-phone-record\web\assets\cyboz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329184"/>
            <a:ext cx="987552" cy="283464"/>
          </a:xfrm>
          <a:prstGeom prst="rect">
            <a:avLst/>
          </a:prstGeom>
        </p:spPr>
      </p:pic>
      <p:pic>
        <p:nvPicPr>
          <p:cNvPr id="7" name="Image 1" descr="C:\Users\bxu\dev\cybozush\cybozu-style-ppt\outputs\c-web-first-phone-record\components\call-record-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828800"/>
            <a:ext cx="6995160" cy="3063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cybozu-style-ppt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C-component-export phone record prototype</dc:title>
  <dc:subject>C-component-export phone record prototype</dc:subject>
  <dc:creator>cybozu-style-ppt</dc:creator>
  <cp:lastModifiedBy>cybozu-style-ppt</cp:lastModifiedBy>
  <cp:revision>1</cp:revision>
  <dcterms:created xsi:type="dcterms:W3CDTF">2026-06-25T04:14:12Z</dcterms:created>
  <dcterms:modified xsi:type="dcterms:W3CDTF">2026-06-25T04:14:12Z</dcterms:modified>
</cp:coreProperties>
</file>