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C-export: this slide is a full-slide screenshot from the Reveal.js browser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C-export: this slide is a full-slide screenshot from the Reveal.js browser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C-export: this slide is a full-slide screenshot from the Reveal.js browser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bxu\dev\cybozush\cybozu-style-ppt\outputs\c-web-first-phone-record\screenshots\full\00_p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bxu\dev\cybozush\cybozu-style-ppt\outputs\c-web-first-phone-record\screenshots\full\01_syst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bxu\dev\cybozush\cybozu-style-ppt\outputs\c-web-first-phone-record\screenshots\full\02_outc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cybozu-style-ppt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C-export phone record prototype</dc:title>
  <dc:subject>C-export phone record prototype</dc:subject>
  <dc:creator>cybozu-style-ppt</dc:creator>
  <cp:lastModifiedBy>cybozu-style-ppt</cp:lastModifiedBy>
  <cp:revision>1</cp:revision>
  <dcterms:created xsi:type="dcterms:W3CDTF">2026-06-25T04:59:01Z</dcterms:created>
  <dcterms:modified xsi:type="dcterms:W3CDTF">2026-06-25T04:59:01Z</dcterms:modified>
</cp:coreProperties>
</file>