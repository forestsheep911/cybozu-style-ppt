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screenshot background from Reveal.js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screenshot background from Reveal.js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screenshot background from Reveal.js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backgrounds\00_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498848" cy="16093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09344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7040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Phone calls disappear when records stay on paper.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76656" y="14813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are written quickly, follow-up is handled by memory, and managers cannot see the trend.</a:t>
            </a:r>
            <a:endParaRPr lang="en-US" sz="960" dirty="0"/>
          </a:p>
        </p:txBody>
      </p:sp>
      <p:pic>
        <p:nvPicPr>
          <p:cNvPr id="7" name="Image 1" descr="C:\Users\bxu\dev\cybozush\cybozu-style-ppt\outputs\c-web-first-phone-record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01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backgrounds\01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498848" cy="16093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09344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7040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kintone turns every call into a shared record.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76656" y="14813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Caller, topic, status, owner, and next action sit in one visible table.</a:t>
            </a:r>
            <a:endParaRPr lang="en-US" sz="960" dirty="0"/>
          </a:p>
        </p:txBody>
      </p:sp>
      <p:pic>
        <p:nvPicPr>
          <p:cNvPr id="7" name="Image 1" descr="C:\Users\bxu\dev\cybozush\cybozu-style-ppt\outputs\c-web-first-phone-record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02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backgrounds\02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498848" cy="160934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09344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7040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gets easier when the team sees the same history.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76656" y="14813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items, resolved calls, and repeated issues become visible across the team.</a:t>
            </a:r>
            <a:endParaRPr lang="en-US" sz="960" dirty="0"/>
          </a:p>
        </p:txBody>
      </p:sp>
      <p:pic>
        <p:nvPicPr>
          <p:cNvPr id="7" name="Image 1" descr="C:\Users\bxu\dev\cybozush\cybozu-style-ppt\outputs\c-web-first-phone-record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03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C-hybrid-export phone record prototype</dc:title>
  <dc:subject>C-hybrid-export phone record prototype</dc:subject>
  <dc:creator>cybozu-style-ppt</dc:creator>
  <cp:lastModifiedBy>cybozu-style-ppt</cp:lastModifiedBy>
  <cp:revision>1</cp:revision>
  <dcterms:created xsi:type="dcterms:W3CDTF">2026-06-25T04:59:01Z</dcterms:created>
  <dcterms:modified xsi:type="dcterms:W3CDTF">2026-06-25T04:59:01Z</dcterms:modified>
</cp:coreProperties>
</file>