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bxu\dev\cybozush\cysh-style-ppt\data\processed\style-analysis\bitmap-b-preview\cybozu-story-demo-b-source\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bxu\dev\cybozush\cysh-style-ppt\data\processed\style-analysis\bitmap-b-preview\cybozu-story-demo-b-source\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bxu\dev\cybozush\cysh-style-ppt\data\processed\style-analysis\bitmap-b-preview\cybozu-story-demo-b-source\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bxu\dev\cybozush\cysh-style-ppt\data\processed\style-analysis\bitmap-b-preview\cybozu-story-demo-b-source\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bxu\dev\cybozush\cysh-style-ppt\data\processed\style-analysis\bitmap-b-preview\cybozu-story-demo-b-source\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bxu\dev\cybozush\cysh-style-ppt\data\processed\style-analysis\bitmap-b-preview\cybozu-story-demo-b-source\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cybozu-style-ppt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 route bitmap-only story demo</dc:title>
  <dc:subject>Bitmap-only B-route story demo</dc:subject>
  <dc:creator>cybozu-style-ppt</dc:creator>
  <cp:lastModifiedBy>cybozu-style-ppt</cp:lastModifiedBy>
  <cp:revision>1</cp:revision>
  <dcterms:created xsi:type="dcterms:W3CDTF">2026-06-17T07:28:59Z</dcterms:created>
  <dcterms:modified xsi:type="dcterms:W3CDTF">2026-06-17T07:28:59Z</dcterms:modified>
</cp:coreProperties>
</file>